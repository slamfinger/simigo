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客户成功案例汇编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本页为汇报封面与要点索引。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各项里程碑按计划推进。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