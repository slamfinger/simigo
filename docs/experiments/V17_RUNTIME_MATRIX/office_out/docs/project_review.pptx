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项目季度汇报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项目代号：PHOENIX</a:t>
            </a:r>
          </a:p>
          <a:p>
            <a:r>
              <a:t>汇报人：项目治理组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项目进展总览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2 节要点与数据。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进度风险与应对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本节识别当前主要风险并提出缓解措施。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资源投入情况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4 节要点与数据。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关键里程碑回顾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5 节要点与数据。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质量指标走势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6 节要点与数据。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预算风险控制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本节识别当前主要风险并提出缓解措施。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下一步计划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8 节要点与数据。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附录与数据来源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9 节要点与数据。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